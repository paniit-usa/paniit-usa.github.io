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61" r:id="rId3"/>
    <p:sldId id="262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ε 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50F-B649-A6BA-7F5293BDA0A1}"/>
              </c:ext>
            </c:extLst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50F-B649-A6BA-7F5293BDA0A1}"/>
              </c:ext>
            </c:extLst>
          </c:dPt>
          <c:cat>
            <c:strRef>
              <c:f>Sheet1!$A$2:$A$3</c:f>
              <c:strCache>
                <c:ptCount val="2"/>
                <c:pt idx="0">
                  <c:v>exploit (1-ε)</c:v>
                </c:pt>
                <c:pt idx="1">
                  <c:v>explore (ε)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90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50F-B649-A6BA-7F5293BDA0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8568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k-armed bandit is the simplest sequential decision problem and the gateway to RL. There are k arms; each pull of arm a returns a reward drawn from a fixed but unknown distribution with mean q*(a). The agent never sees the rewards of arms it didn't pull, so it must estimate q*(a) from its own noisy experience. Point to the violins: that spread is the stochasticity of rewards. The horizontal bar is the true mean q*(a). The amber arm is the optimal arm a* with the highest mean reward 1.36 in this draw — but the agent doesn't know which one it is. That sets up the central tension we'll spend the lecture on: explore to learn the means vs. exploit the arm that currently looks best.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85216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F2A4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K-Armed Bandit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66928" y="151790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you're given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66928" y="1938528"/>
            <a:ext cx="4526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arms; pulling arm a returns a reward Rₜ.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arm has a fixed but unknown reward distribution.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mean q∗(a) = E[Rₜ | Aₜ = a] is what you'd love to know.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only see the reward you collected — never the others.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maximize total reward over many pulls.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4526280"/>
            <a:ext cx="4526280" cy="1783080"/>
          </a:xfrm>
          <a:prstGeom prst="roundRect">
            <a:avLst>
              <a:gd name="adj" fmla="val 4615"/>
            </a:avLst>
          </a:prstGeom>
          <a:solidFill>
            <a:srgbClr val="EFFBF9"/>
          </a:solidFill>
          <a:ln/>
          <a:effectLst>
            <a:outerShdw blurRad="114300" dist="38100" dir="5400000" algn="bl" rotWithShape="0">
              <a:srgbClr val="0F2A47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86384" y="468172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B8A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catch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5029200"/>
            <a:ext cx="41148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q∗(a) is hidden. 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estimate it from noisy rewards while you act — so pulling an arm to </a:t>
            </a:r>
            <a:r>
              <a:rPr lang="en-US" sz="13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(explore)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competes with pulling the best-looking arm to </a:t>
            </a:r>
            <a:r>
              <a:rPr lang="en-US" sz="135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(exploit)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pic>
        <p:nvPicPr>
          <p:cNvPr id="9" name="Image 0" descr="/home/claude/work/testb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4376" y="1444752"/>
            <a:ext cx="6355080" cy="456543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294376" y="6065047"/>
            <a:ext cx="6355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arm's reward is a noisy draw; the bar marks its true value q∗(a). </a:t>
            </a:r>
            <a:r>
              <a:rPr lang="en-US" sz="1200" b="1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a∗ has the highest mean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but you don't know that yet.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011680" cy="2926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BANDIT BASICS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 each action's value, one pull at a time.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mean estimate: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110642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Q̂ (a)  =  ( sum of rewards from a )  ÷  ( # pulls of a 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3291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incremental update — no need to store all data: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11064240" cy="868680"/>
          </a:xfrm>
          <a:prstGeom prst="rect">
            <a:avLst/>
          </a:prstGeom>
          <a:solidFill>
            <a:srgbClr val="5EEAD4">
              <a:alpha val="30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Q̂_new(a)  =  Q̂_old(a)  +  α · ( r  −  Q̂_old(a) )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48640" y="4754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estimate  =  old estimate  +  step size · prediction error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1/n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exact running average     </a:t>
            </a: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constant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exponentially-weighted average (adapts to change)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011680" cy="2926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EXPLORATION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ε-greedy: explore randomly, exploit greedily.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640080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73152" cy="3017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61264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probability 1 − ε :</a:t>
            </a:r>
            <a:endParaRPr lang="en-US" sz="17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choose argmax_a Q̂(a)        (exploit)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0F2A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probability     ε :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choose a uniformly at random (explore)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595360" y="2240280"/>
            <a:ext cx="2377440" cy="2377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1" name="Chart 0"/>
          <p:cNvGraphicFramePr/>
          <p:nvPr/>
        </p:nvGraphicFramePr>
        <p:xfrm>
          <a:off x="7772400" y="2011680"/>
          <a:ext cx="402336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 9"/>
          <p:cNvSpPr/>
          <p:nvPr/>
        </p:nvSpPr>
        <p:spPr>
          <a:xfrm>
            <a:off x="7772400" y="3246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 = 0.1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48640" y="5212080"/>
            <a:ext cx="54864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48640" y="5212080"/>
            <a:ext cx="73152" cy="12801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31520" y="5303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31520" y="566928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simple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baseline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beat at small scale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126480" y="5212080"/>
            <a:ext cx="54864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126480" y="5212080"/>
            <a:ext cx="73152" cy="1280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309360" y="5303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309360" y="566928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Explores blindly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trying bad actions forever (unless ε decays)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uncertainty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484</Words>
  <Application>Microsoft Macintosh PowerPoint</Application>
  <PresentationFormat>Widescreen</PresentationFormat>
  <Paragraphs>41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Cambria</vt:lpstr>
      <vt:lpstr>Century Schoolbook</vt:lpstr>
      <vt:lpstr>Consolas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Contextual Bandits</dc:title>
  <dc:subject>PptxGenJS Presentation</dc:subject>
  <dc:creator>Lokesh</dc:creator>
  <cp:lastModifiedBy>Lokesh Johri</cp:lastModifiedBy>
  <cp:revision>2</cp:revision>
  <dcterms:created xsi:type="dcterms:W3CDTF">2026-06-25T22:37:30Z</dcterms:created>
  <dcterms:modified xsi:type="dcterms:W3CDTF">2026-06-25T22:43:43Z</dcterms:modified>
</cp:coreProperties>
</file>